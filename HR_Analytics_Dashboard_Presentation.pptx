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Resources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Tableau Project</a:t>
            </a:r>
          </a:p>
          <a:p>
            <a:r>
              <a:t>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HR data using Tableau to derive insights for better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workforce</a:t>
            </a:r>
          </a:p>
          <a:p>
            <a:r>
              <a:t>• Hiring &amp; Attrition</a:t>
            </a:r>
          </a:p>
          <a:p>
            <a:r>
              <a:t>• Salary &amp; Performance</a:t>
            </a:r>
          </a:p>
          <a:p>
            <a:r>
              <a:t>• Demographics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data including age, gender, department, salary,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Tableau</a:t>
            </a:r>
          </a:p>
          <a:p>
            <a:r>
              <a:t>Excel</a:t>
            </a:r>
          </a:p>
          <a:p>
            <a:r>
              <a:t>Canva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HR dashboard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Hired: 269</a:t>
            </a:r>
          </a:p>
          <a:p>
            <a:r>
              <a:t>Terminated: 91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Hiring &amp; 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 analysis of workforce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Operations, Sales, IT have highest employees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Gender &amp; Age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vs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education shows better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increases with education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vs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growth &amp; salary progression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HQ vs Branch 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Attrition Rate, Active Employees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retention &amp; 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supports HR decision-making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